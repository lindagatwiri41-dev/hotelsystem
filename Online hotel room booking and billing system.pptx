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0" d="100"/>
          <a:sy n="60" d="100"/>
        </p:scale>
        <p:origin x="114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883C9-72BC-E069-7BF5-D7ADB25820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35704" y="3192379"/>
            <a:ext cx="7197726" cy="3019479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hotel room booking and billing system for Sunrise Hotel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8651DE-869F-ECD4-E06F-B8FD7F3AD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735" y="128336"/>
            <a:ext cx="2919663" cy="2919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00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D66A2-A74D-8667-5AAF-ED91DBD12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1E9D99-4A82-BCA6-599E-8978FDAF9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1820"/>
            <a:ext cx="12192000" cy="58361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27FD90-4DAF-1D8B-009F-B65B42C6E551}"/>
              </a:ext>
            </a:extLst>
          </p:cNvPr>
          <p:cNvSpPr txBox="1"/>
          <p:nvPr/>
        </p:nvSpPr>
        <p:spPr>
          <a:xfrm>
            <a:off x="6096000" y="256674"/>
            <a:ext cx="55184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Landing page</a:t>
            </a:r>
          </a:p>
        </p:txBody>
      </p:sp>
    </p:spTree>
    <p:extLst>
      <p:ext uri="{BB962C8B-B14F-4D97-AF65-F5344CB8AC3E}">
        <p14:creationId xmlns:p14="http://schemas.microsoft.com/office/powerpoint/2010/main" val="1575183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89F7E-E46B-E723-196E-21548A702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ABF53-D379-22EA-2A7F-471012EB3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38BBAB-3673-6CE6-EBBB-F3122A179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7630"/>
            <a:ext cx="12192000" cy="57427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E5BDC3-F1B6-61BC-9C28-5460F3F2584F}"/>
              </a:ext>
            </a:extLst>
          </p:cNvPr>
          <p:cNvSpPr txBox="1"/>
          <p:nvPr/>
        </p:nvSpPr>
        <p:spPr>
          <a:xfrm>
            <a:off x="6096000" y="95965"/>
            <a:ext cx="55184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Landing page</a:t>
            </a:r>
          </a:p>
        </p:txBody>
      </p:sp>
    </p:spTree>
    <p:extLst>
      <p:ext uri="{BB962C8B-B14F-4D97-AF65-F5344CB8AC3E}">
        <p14:creationId xmlns:p14="http://schemas.microsoft.com/office/powerpoint/2010/main" val="4077770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61AB1-FA4E-02F6-F3B8-1B5B04286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0DE1A-E366-DF03-449E-7A4BD4CAE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D30AEB-A116-A01F-E4C1-D65C16545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750"/>
            <a:ext cx="12192000" cy="5778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008611-41EB-62CA-3E1B-2BBFC60E0569}"/>
              </a:ext>
            </a:extLst>
          </p:cNvPr>
          <p:cNvSpPr txBox="1"/>
          <p:nvPr/>
        </p:nvSpPr>
        <p:spPr>
          <a:xfrm>
            <a:off x="6096000" y="78085"/>
            <a:ext cx="55184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Landing page</a:t>
            </a:r>
          </a:p>
        </p:txBody>
      </p:sp>
    </p:spTree>
    <p:extLst>
      <p:ext uri="{BB962C8B-B14F-4D97-AF65-F5344CB8AC3E}">
        <p14:creationId xmlns:p14="http://schemas.microsoft.com/office/powerpoint/2010/main" val="476921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ABAE3-E703-CF60-2FB7-415BEC976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C7D53-23C9-80B0-751E-53B39C318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30B6E3-75A5-CCBB-A12A-3762C9BF1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5236"/>
            <a:ext cx="12192000" cy="57475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F1ABF4-0A7A-7DB8-4D06-A373031B0B8C}"/>
              </a:ext>
            </a:extLst>
          </p:cNvPr>
          <p:cNvSpPr txBox="1"/>
          <p:nvPr/>
        </p:nvSpPr>
        <p:spPr>
          <a:xfrm>
            <a:off x="6513095" y="0"/>
            <a:ext cx="4860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Submission form</a:t>
            </a:r>
          </a:p>
        </p:txBody>
      </p:sp>
    </p:spTree>
    <p:extLst>
      <p:ext uri="{BB962C8B-B14F-4D97-AF65-F5344CB8AC3E}">
        <p14:creationId xmlns:p14="http://schemas.microsoft.com/office/powerpoint/2010/main" val="3684121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F3C46-6C44-493F-CCA1-D8FF5C19A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014817-05E4-37AB-6630-F3DCC2D45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5330"/>
            <a:ext cx="12192000" cy="44473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5D43F41-CA10-4BE8-A03F-1B6C47DD5221}"/>
              </a:ext>
            </a:extLst>
          </p:cNvPr>
          <p:cNvSpPr txBox="1"/>
          <p:nvPr/>
        </p:nvSpPr>
        <p:spPr>
          <a:xfrm>
            <a:off x="6513095" y="0"/>
            <a:ext cx="4860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Submission form</a:t>
            </a:r>
          </a:p>
        </p:txBody>
      </p:sp>
    </p:spTree>
    <p:extLst>
      <p:ext uri="{BB962C8B-B14F-4D97-AF65-F5344CB8AC3E}">
        <p14:creationId xmlns:p14="http://schemas.microsoft.com/office/powerpoint/2010/main" val="528623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50B72-B22A-361A-D381-C8DA498D7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5A5FFE-91D5-8B2D-2920-39A9C3F1B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3450"/>
            <a:ext cx="12192000" cy="52510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CA42E2-F092-DF48-A9CD-ABD734B2951B}"/>
              </a:ext>
            </a:extLst>
          </p:cNvPr>
          <p:cNvSpPr txBox="1"/>
          <p:nvPr/>
        </p:nvSpPr>
        <p:spPr>
          <a:xfrm>
            <a:off x="6513095" y="0"/>
            <a:ext cx="4860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Submission form</a:t>
            </a:r>
          </a:p>
        </p:txBody>
      </p:sp>
    </p:spTree>
    <p:extLst>
      <p:ext uri="{BB962C8B-B14F-4D97-AF65-F5344CB8AC3E}">
        <p14:creationId xmlns:p14="http://schemas.microsoft.com/office/powerpoint/2010/main" val="1592100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0A18B-4C4D-79CD-41C4-A73E4160B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D5C9D-F4F0-943A-6FC8-39B9902F5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697A5E-C7DF-5151-485A-06BCBB54F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6157"/>
            <a:ext cx="12192000" cy="56256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6F5305-4DB2-E9A3-60DF-DB0D4F983E42}"/>
              </a:ext>
            </a:extLst>
          </p:cNvPr>
          <p:cNvSpPr txBox="1"/>
          <p:nvPr/>
        </p:nvSpPr>
        <p:spPr>
          <a:xfrm>
            <a:off x="8101263" y="0"/>
            <a:ext cx="3753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Success page </a:t>
            </a:r>
          </a:p>
        </p:txBody>
      </p:sp>
    </p:spTree>
    <p:extLst>
      <p:ext uri="{BB962C8B-B14F-4D97-AF65-F5344CB8AC3E}">
        <p14:creationId xmlns:p14="http://schemas.microsoft.com/office/powerpoint/2010/main" val="477942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F6B57-97AB-4EE1-46D4-8B3F3BC1A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3C8FC-BC49-524E-6331-AAB38A0C8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B956D9-C426-57A8-4C37-B37A6E9B7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9097"/>
            <a:ext cx="12192000" cy="56998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C29809-0B28-084E-9137-048B1A06F248}"/>
              </a:ext>
            </a:extLst>
          </p:cNvPr>
          <p:cNvSpPr txBox="1"/>
          <p:nvPr/>
        </p:nvSpPr>
        <p:spPr>
          <a:xfrm>
            <a:off x="7908758" y="0"/>
            <a:ext cx="34490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Total amount</a:t>
            </a:r>
          </a:p>
        </p:txBody>
      </p:sp>
    </p:spTree>
    <p:extLst>
      <p:ext uri="{BB962C8B-B14F-4D97-AF65-F5344CB8AC3E}">
        <p14:creationId xmlns:p14="http://schemas.microsoft.com/office/powerpoint/2010/main" val="592684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1964E7-237F-2913-BBFF-FA8B8DC23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187116"/>
            <a:ext cx="12192000" cy="5486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6AF884-75C3-8AAF-E643-5D52DFFA1B5A}"/>
              </a:ext>
            </a:extLst>
          </p:cNvPr>
          <p:cNvSpPr txBox="1"/>
          <p:nvPr/>
        </p:nvSpPr>
        <p:spPr>
          <a:xfrm>
            <a:off x="7860632" y="0"/>
            <a:ext cx="4042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JS validation code pieces</a:t>
            </a:r>
          </a:p>
        </p:txBody>
      </p:sp>
    </p:spTree>
    <p:extLst>
      <p:ext uri="{BB962C8B-B14F-4D97-AF65-F5344CB8AC3E}">
        <p14:creationId xmlns:p14="http://schemas.microsoft.com/office/powerpoint/2010/main" val="2624672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2FD5A3-21DF-81CD-E642-3FD7870F1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80" y="1171074"/>
            <a:ext cx="12156120" cy="56869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586D13-F70D-3A6C-4D9B-680ECB2D93EC}"/>
              </a:ext>
            </a:extLst>
          </p:cNvPr>
          <p:cNvSpPr txBox="1"/>
          <p:nvPr/>
        </p:nvSpPr>
        <p:spPr>
          <a:xfrm>
            <a:off x="6384758" y="0"/>
            <a:ext cx="51334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/>
              <a:t>Php</a:t>
            </a:r>
            <a:r>
              <a:rPr lang="en-US" sz="2000" b="1" dirty="0"/>
              <a:t> code performance</a:t>
            </a:r>
          </a:p>
        </p:txBody>
      </p:sp>
    </p:spTree>
    <p:extLst>
      <p:ext uri="{BB962C8B-B14F-4D97-AF65-F5344CB8AC3E}">
        <p14:creationId xmlns:p14="http://schemas.microsoft.com/office/powerpoint/2010/main" val="3707584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37561-6A81-E944-BA6C-BBE729BE3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Errors when validation fails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DFD46A-55A2-FCEB-2DDC-F5C20A8351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788612"/>
            <a:ext cx="4628469" cy="36496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10927E-53C8-C0E8-8895-639111719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1384" y="1803026"/>
            <a:ext cx="5144219" cy="3635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0835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{1587AF5A-7D5D-4B9C-8D05-14184A090D57}TFb5ae2469-0bae-4978-b0e0-39dd046150ff9a115ede-a9c3cc5252b0</Template>
  <TotalTime>24</TotalTime>
  <Words>37</Words>
  <Application>Microsoft Office PowerPoint</Application>
  <PresentationFormat>Widescreen</PresentationFormat>
  <Paragraphs>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Celestial</vt:lpstr>
      <vt:lpstr>Online hotel room booking and billing system for Sunrise Hotel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Errors when validation fails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John</dc:creator>
  <cp:lastModifiedBy>John John</cp:lastModifiedBy>
  <cp:revision>1</cp:revision>
  <dcterms:created xsi:type="dcterms:W3CDTF">2026-10-12T09:26:06Z</dcterms:created>
  <dcterms:modified xsi:type="dcterms:W3CDTF">2026-10-12T09:50:14Z</dcterms:modified>
</cp:coreProperties>
</file>